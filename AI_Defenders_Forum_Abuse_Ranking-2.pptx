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ABC13-3C63-8B40-8E02-266A6610704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39636-BAFC-714A-9CA8-141EDB65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84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91440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16459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20116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3657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High-Scale Forum Moderation: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Abuse Detection &amp; Content Ranking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safe, trustworthy, and scalable community discussions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2430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Kalpana K   •   Janani 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S.K.P Engineering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moderation breaks down at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at Volume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posts per day make manual review impossible — toxic content, spam, and harassment slip through.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4767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1892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Content Ranking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chronological or vote-only sorting surfaces low-quality or manipulated content over genuine discussion.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50792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Manipulation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Bots, sockpuppets, and brigading distort vote counts and rankings, eroding trust in the platform.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05079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55080" y="4663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moderation queues delay action, letting harmful content stay visible for hours or days.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must deliver at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8379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(Hot / Best)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Time-decayed "Hot" score plus a "Best" score from vote quality and trust weight.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87452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0368" y="18379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Queue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81728" y="237744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ordering flagged content by severity and reviewer SLA.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0" y="16916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13648" y="1874520"/>
            <a:ext cx="411480" cy="41148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13648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62288" y="18379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13648" y="237744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and per-IP throttles on posts, votes, and reports to blunt spam bursts.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2044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34838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Fanout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02336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fanout-on-write for active users, fanout-on-read for high-follower accounts.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3375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52044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30368" y="34838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81728" y="402336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+ filters over titles, bodies, and tags with near real-time indexing.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0" y="33375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13648" y="3520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9"/>
          <p:cNvSpPr/>
          <p:nvPr/>
        </p:nvSpPr>
        <p:spPr>
          <a:xfrm>
            <a:off x="8613648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62288" y="34838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13648" y="402336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and behavior-based filters plus shadow-banning for repeat offenders.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7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166360"/>
            <a:ext cx="411480" cy="4114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98448" y="51297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Plan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" y="566928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load tests simulating peak traffic, spikes, and abuse bursts pre-launch.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pipeline for real-time abuse detection and fair ranking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24306E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Pre-process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post/comment is tokenized and normalized in real time as it's submitted.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6118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24306E"/>
          </a:solidFill>
          <a:ln/>
        </p:spPr>
      </p:sp>
      <p:sp>
        <p:nvSpPr>
          <p:cNvPr id="11" name="Shape 9"/>
          <p:cNvSpPr/>
          <p:nvPr/>
        </p:nvSpPr>
        <p:spPr>
          <a:xfrm>
            <a:off x="4393692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93692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93592" y="29260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Classification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transformer model scores toxicity, hate speech, and spam probability instantly.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16752" y="36118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2430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5764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5576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55664" y="29260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Trust-Weighted Ranking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are ranked using a signal blend: content quality, author trust score, and community feedback.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78824" y="36118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24306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17836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783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17736" y="29260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17736" y="365760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cases route to moderators with model explanations, closing the loop with feedback data.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Defenders  |  Kalpana K  •  Janani M  |  S.K.P Engineering College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Janani Murali</cp:lastModifiedBy>
  <cp:revision>2</cp:revision>
  <dcterms:created xsi:type="dcterms:W3CDTF">2026-07-31T11:20:35Z</dcterms:created>
  <dcterms:modified xsi:type="dcterms:W3CDTF">2026-07-31T11:29:22Z</dcterms:modified>
</cp:coreProperties>
</file>